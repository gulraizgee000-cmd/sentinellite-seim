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0c77195f7c4d38" /><Relationship Type="http://schemas.openxmlformats.org/officeDocument/2006/relationships/extended-properties" Target="/docProps/app.xml" Id="R89612bf3d6884116" /><Relationship Type="http://schemas.openxmlformats.org/officeDocument/2006/relationships/officeDocument" Target="/ppt/presentation.xml" Id="R1563b62c6b6a4d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d07d060c9c4613"/>
  </p:sldMasterIdLst>
  <p:notesMasterIdLst>
    <p:notesMasterId xmlns:r="http://schemas.openxmlformats.org/officeDocument/2006/relationships" r:id="Rfe519b6319244a61"/>
  </p:notesMasterIdLst>
  <p:sldIdLst>
    <p:sldId xmlns:r="http://schemas.openxmlformats.org/officeDocument/2006/relationships" id="256" r:id="R504df25b48b54b9c"/>
    <p:sldId xmlns:r="http://schemas.openxmlformats.org/officeDocument/2006/relationships" id="257" r:id="R4e7dbc393eeb472b"/>
    <p:sldId xmlns:r="http://schemas.openxmlformats.org/officeDocument/2006/relationships" id="258" r:id="Ra3d51275ae2646ec"/>
    <p:sldId xmlns:r="http://schemas.openxmlformats.org/officeDocument/2006/relationships" id="259" r:id="Rd303915eaee34371"/>
    <p:sldId xmlns:r="http://schemas.openxmlformats.org/officeDocument/2006/relationships" id="260" r:id="R1e141ccd580b478f"/>
    <p:sldId xmlns:r="http://schemas.openxmlformats.org/officeDocument/2006/relationships" id="261" r:id="R8e60a9c713d1400e"/>
    <p:sldId xmlns:r="http://schemas.openxmlformats.org/officeDocument/2006/relationships" id="262" r:id="R59061d7b5f7b42d6"/>
    <p:sldId xmlns:r="http://schemas.openxmlformats.org/officeDocument/2006/relationships" id="263" r:id="R6e97116f2d9c4a5b"/>
    <p:sldId xmlns:r="http://schemas.openxmlformats.org/officeDocument/2006/relationships" id="264" r:id="Rdb3568bd70b14b8e"/>
    <p:sldId xmlns:r="http://schemas.openxmlformats.org/officeDocument/2006/relationships" id="265" r:id="Rfd891b43ac5e4a41"/>
    <p:sldId xmlns:r="http://schemas.openxmlformats.org/officeDocument/2006/relationships" id="266" r:id="R2e0a99d550e644bb"/>
    <p:sldId xmlns:r="http://schemas.openxmlformats.org/officeDocument/2006/relationships" id="267" r:id="R2c11f49b6fbd4c36"/>
    <p:sldId xmlns:r="http://schemas.openxmlformats.org/officeDocument/2006/relationships" id="268" r:id="R4a0fb4be6e3840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76aa33e4f346de" /><Relationship Type="http://schemas.openxmlformats.org/officeDocument/2006/relationships/slideMaster" Target="/ppt/slideMasters/slideMaster1.xml" Id="R7fd07d060c9c4613" /><Relationship Type="http://schemas.openxmlformats.org/officeDocument/2006/relationships/notesMaster" Target="/ppt/notesMasters/notesMaster1.xml" Id="Rfe519b6319244a61" /><Relationship Type="http://schemas.openxmlformats.org/officeDocument/2006/relationships/presProps" Target="/ppt/presProps.xml" Id="R052ff63d17be45fc" /><Relationship Type="http://schemas.openxmlformats.org/officeDocument/2006/relationships/tableStyles" Target="/ppt/tableStyles.xml" Id="R6aa175a7ca8a4b88" /><Relationship Type="http://schemas.openxmlformats.org/officeDocument/2006/relationships/slide" Target="/ppt/slides/slide1.xml" Id="R504df25b48b54b9c" /><Relationship Type="http://schemas.openxmlformats.org/officeDocument/2006/relationships/slide" Target="/ppt/slides/slide2.xml" Id="R4e7dbc393eeb472b" /><Relationship Type="http://schemas.openxmlformats.org/officeDocument/2006/relationships/slide" Target="/ppt/slides/slide3.xml" Id="Ra3d51275ae2646ec" /><Relationship Type="http://schemas.openxmlformats.org/officeDocument/2006/relationships/slide" Target="/ppt/slides/slide4.xml" Id="Rd303915eaee34371" /><Relationship Type="http://schemas.openxmlformats.org/officeDocument/2006/relationships/slide" Target="/ppt/slides/slide5.xml" Id="R1e141ccd580b478f" /><Relationship Type="http://schemas.openxmlformats.org/officeDocument/2006/relationships/slide" Target="/ppt/slides/slide6.xml" Id="R8e60a9c713d1400e" /><Relationship Type="http://schemas.openxmlformats.org/officeDocument/2006/relationships/slide" Target="/ppt/slides/slide7.xml" Id="R59061d7b5f7b42d6" /><Relationship Type="http://schemas.openxmlformats.org/officeDocument/2006/relationships/slide" Target="/ppt/slides/slide8.xml" Id="R6e97116f2d9c4a5b" /><Relationship Type="http://schemas.openxmlformats.org/officeDocument/2006/relationships/slide" Target="/ppt/slides/slide9.xml" Id="Rdb3568bd70b14b8e" /><Relationship Type="http://schemas.openxmlformats.org/officeDocument/2006/relationships/slide" Target="/ppt/slides/slide10.xml" Id="Rfd891b43ac5e4a41" /><Relationship Type="http://schemas.openxmlformats.org/officeDocument/2006/relationships/slide" Target="/ppt/slides/slide11.xml" Id="R2e0a99d550e644bb" /><Relationship Type="http://schemas.openxmlformats.org/officeDocument/2006/relationships/slide" Target="/ppt/slides/slide12.xml" Id="R2c11f49b6fbd4c36" /><Relationship Type="http://schemas.openxmlformats.org/officeDocument/2006/relationships/slide" Target="/ppt/slides/slide13.xml" Id="R4a0fb4be6e3840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c4a4ec5e7e45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0bb3d1019844bd" /><Relationship Type="http://schemas.openxmlformats.org/officeDocument/2006/relationships/notesMaster" Target="/ppt/notesMasters/notesMaster1.xml" Id="Rc7c8822659674c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3aa44884b34d4f" /><Relationship Type="http://schemas.openxmlformats.org/officeDocument/2006/relationships/notesMaster" Target="/ppt/notesMasters/notesMaster1.xml" Id="R225ea04a1b844b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52c16639db4c96" /><Relationship Type="http://schemas.openxmlformats.org/officeDocument/2006/relationships/notesMaster" Target="/ppt/notesMasters/notesMaster1.xml" Id="R4d1d0831515d44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003015397c4a70" /><Relationship Type="http://schemas.openxmlformats.org/officeDocument/2006/relationships/notesMaster" Target="/ppt/notesMasters/notesMaster1.xml" Id="R9fcba5ed5e964c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f8b8ffd7be407d" /><Relationship Type="http://schemas.openxmlformats.org/officeDocument/2006/relationships/notesMaster" Target="/ppt/notesMasters/notesMaster1.xml" Id="R25035af7a6b944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c42f0b12e94a00" /><Relationship Type="http://schemas.openxmlformats.org/officeDocument/2006/relationships/notesMaster" Target="/ppt/notesMasters/notesMaster1.xml" Id="R66ec144a291248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4dac3e500c42b2" /><Relationship Type="http://schemas.openxmlformats.org/officeDocument/2006/relationships/notesMaster" Target="/ppt/notesMasters/notesMaster1.xml" Id="R45ec8f12a55d41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4303498cf84e50" /><Relationship Type="http://schemas.openxmlformats.org/officeDocument/2006/relationships/notesMaster" Target="/ppt/notesMasters/notesMaster1.xml" Id="R7e29f86a9b3b4b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789611be804394" /><Relationship Type="http://schemas.openxmlformats.org/officeDocument/2006/relationships/notesMaster" Target="/ppt/notesMasters/notesMaster1.xml" Id="R2920962ecd434e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be481ddaed4b55" /><Relationship Type="http://schemas.openxmlformats.org/officeDocument/2006/relationships/notesMaster" Target="/ppt/notesMasters/notesMaster1.xml" Id="Rcdfc4ad6cff04f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8aab75ee8549ef" /><Relationship Type="http://schemas.openxmlformats.org/officeDocument/2006/relationships/notesMaster" Target="/ppt/notesMasters/notesMaster1.xml" Id="Rb6c31937d2bc41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9c0081819e4006" /><Relationship Type="http://schemas.openxmlformats.org/officeDocument/2006/relationships/notesMaster" Target="/ppt/notesMasters/notesMaster1.xml" Id="Rbf957e5744a346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90cdb6c8f6460c" /><Relationship Type="http://schemas.openxmlformats.org/officeDocument/2006/relationships/notesMaster" Target="/ppt/notesMasters/notesMaster1.xml" Id="R3d59354ac6f041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667c9d7dc49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b9f3574bf44d49" /><Relationship Type="http://schemas.openxmlformats.org/officeDocument/2006/relationships/slideLayout" Target="/ppt/slideLayouts/slideLayout1.xml" Id="Rf9a9b05b0c3c44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a9b05b0c3c44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c432b328c4acb" /><Relationship Type="http://schemas.openxmlformats.org/officeDocument/2006/relationships/notesSlide" Target="/ppt/notesSlides/notesSlide1.xml" Id="Reb4bca1ef1c549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cdb1a47e94412" /><Relationship Type="http://schemas.openxmlformats.org/officeDocument/2006/relationships/notesSlide" Target="/ppt/notesSlides/notesSlide2.xml" Id="R97ee67bead964a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1d26cec794e45" /><Relationship Type="http://schemas.openxmlformats.org/officeDocument/2006/relationships/image" Target="/ppt/media/image.png" Id="Rbc5f37a6250b40fc" /><Relationship Type="http://schemas.openxmlformats.org/officeDocument/2006/relationships/notesSlide" Target="/ppt/notesSlides/notesSlide3.xml" Id="R360e395c589342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e6982fcf04122" /><Relationship Type="http://schemas.openxmlformats.org/officeDocument/2006/relationships/notesSlide" Target="/ppt/notesSlides/notesSlide4.xml" Id="R3592b85998fd49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342cef1764e2a" /><Relationship Type="http://schemas.openxmlformats.org/officeDocument/2006/relationships/notesSlide" Target="/ppt/notesSlides/notesSlide5.xml" Id="R52743bb2d4d24c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6c8ffa6274384" /><Relationship Type="http://schemas.openxmlformats.org/officeDocument/2006/relationships/notesSlide" Target="/ppt/notesSlides/notesSlide6.xml" Id="Rb61559265f7f4c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0d16042d84e14" /><Relationship Type="http://schemas.openxmlformats.org/officeDocument/2006/relationships/notesSlide" Target="/ppt/notesSlides/notesSlide7.xml" Id="R07d0afcf071d40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a0b89fd574195" /><Relationship Type="http://schemas.openxmlformats.org/officeDocument/2006/relationships/image" Target="/ppt/media/image2.png" Id="R0b5557f6b1af4199" /><Relationship Type="http://schemas.openxmlformats.org/officeDocument/2006/relationships/image" Target="/ppt/media/image3.png" Id="R5b15b974412f49a2" /><Relationship Type="http://schemas.openxmlformats.org/officeDocument/2006/relationships/notesSlide" Target="/ppt/notesSlides/notesSlide8.xml" Id="Rd3ac095b30f54a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46546a2714389" /><Relationship Type="http://schemas.openxmlformats.org/officeDocument/2006/relationships/notesSlide" Target="/ppt/notesSlides/notesSlide9.xml" Id="Rbd0633b57c1249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9fc5ce1084eb6" /><Relationship Type="http://schemas.openxmlformats.org/officeDocument/2006/relationships/notesSlide" Target="/ppt/notesSlides/notesSlide10.xml" Id="Rda699e2eb7594d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927b68473406a" /><Relationship Type="http://schemas.openxmlformats.org/officeDocument/2006/relationships/notesSlide" Target="/ppt/notesSlides/notesSlide11.xml" Id="Rfc81da020e6b4d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5e12f36394d17" /><Relationship Type="http://schemas.openxmlformats.org/officeDocument/2006/relationships/notesSlide" Target="/ppt/notesSlides/notesSlide12.xml" Id="Rcc7d6f4c14364c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90791966341ed" /><Relationship Type="http://schemas.openxmlformats.org/officeDocument/2006/relationships/notesSlide" Target="/ppt/notesSlides/notesSlide13.xml" Id="R7bc2fc2c547f45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AFB4C8-9BD5-4D3A-B57B-95204356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TIER A COURSE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ACD4B-3A74-460C-8C41-687BDBBD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SentinelLite SIEM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08833-F33B-4447-9375-23C4860E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lightweight security monitoring system with rule-based detection, ML anomaly scoring, email alerts, and report-ready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D9D4D-56D9-49DB-A522-B3547A78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43000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3DB18-A480-4791-93A6-2BDAF5C5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71625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47816-FEBA-4294-B38D-C0E08306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sample log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7149A-00DB-45CA-B9EE-8F2E6071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01E9F-0237-40CF-86B3-E1460CC5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alert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5292B-79B3-435F-9B8F-A7598A14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Gulraiz Dilawar | F2023376392 | Information Security (D1)</a:t>
            </a:r>
          </a:p>
        </p:txBody>
      </p:sp>
    </p:spTree>
    <p:extLst>
      <p:ext uri="{BB962C8B-B14F-4D97-AF65-F5344CB8AC3E}">
        <p14:creationId xmlns:p14="http://schemas.microsoft.com/office/powerpoint/2010/main" val="155863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DAC977-D465-4803-A375-045CE519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393AD-46F4-49AD-9180-B2D348A0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Small labs generate logs but lack an affordable, explainable SIEM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33DD5-9DA2-4AD8-A5F7-B0B82F9E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931F4-3CCD-44AE-86B9-668972E0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8D4F0-7404-4CA4-AC67-9277484A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BE12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E264C-C220-438F-94E2-A884A7E0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Operational Pain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68C46-48B7-406A-97DD-C7ABF7FB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7813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Apache, syslog, firewall, and Windows logs are scattered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Manual review is slow and inconsistent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Enterprise SIEMs are heavy for a student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FD9D1-D533-4160-BA16-974C4DDA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87380-B4A0-4029-BD02-0701982E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F6A50-D991-4AF4-9383-18A33927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097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Security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5E332-6EC5-433B-B84D-8EC11DB6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47900"/>
            <a:ext cx="27813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Brute-force bursts can be missed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Reconnaissance probes blend into normal traffic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Endpoint events need quick triage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B7D28-91DB-46C8-983F-99446987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564FA-8A6B-46D0-8E03-D43C79FC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F48FC-ABE0-4CB2-858C-F29F630B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097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Project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B9C1A-CB61-45C8-8D68-93B4617C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7813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Normalize logs into one schema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Explain every alert with evidence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Score anomalies with Isolation Forest</a:t>
            </a:r>
          </a:p>
        </p:txBody>
      </p:sp>
    </p:spTree>
    <p:extLst>
      <p:ext uri="{BB962C8B-B14F-4D97-AF65-F5344CB8AC3E}">
        <p14:creationId xmlns:p14="http://schemas.microsoft.com/office/powerpoint/2010/main" val="1203690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BDD1EE-81AE-42CB-ACA5-6C135F8F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014A2-7B87-4A69-AF33-D112AF20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Separated components make the project easier to test and defend.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B79D-3A6F-46B4-AFD4-822F4206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f37a6250b40fc"/>
          <a:stretch xmlns:a="http://schemas.openxmlformats.org/drawingml/2006/main"/>
        </p:blipFill>
        <p:spPr>
          <a:xfrm xmlns:a="http://schemas.openxmlformats.org/drawingml/2006/main">
            <a:off x="1719792" y="1428750"/>
            <a:ext cx="8466667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384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106BEB-A89F-4088-A4D7-D6BBB69D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Data Sources and Normalization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2D092-08A5-4874-B4E0-E0F455C9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parsers preserve raw logs while extracting common investigation fields.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87907-F866-46A8-8286-7715736E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3A863-0756-45BD-AB68-7676D75B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52994-5D5D-4A91-A7E4-86445477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2367A-03AC-4140-9F61-847B3A8E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F4D20-18E7-464D-81CC-9BFB9FAC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26860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Apache combined access logs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Linux auth and syslog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Firewall UFW-style syslog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Windows Event 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67F33-49C2-4DE8-8810-C3370C6B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10D3B-8769-42E4-B867-CA335BC2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3A534-B42B-46C5-B81D-55522DA7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8097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Normalized Fields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F8C05-A2F9-4093-992B-E7C15962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47900"/>
            <a:ext cx="26860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timestamp, source file, log type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source IP, user, event type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method, path, status code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raw evidence message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13E35-0219-48E3-B3D5-84E760E2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192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C068C-E9D1-4162-BBF4-B77BE0F0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192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21DE1-09C2-438D-8E80-09F832D1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97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FEB62-F174-4E2B-A49C-713B54E9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47900"/>
            <a:ext cx="26860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Rule alerts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Anomaly windows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SQLite history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PDF and email reports</a:t>
            </a:r>
          </a:p>
        </p:txBody>
      </p:sp>
    </p:spTree>
    <p:extLst>
      <p:ext uri="{BB962C8B-B14F-4D97-AF65-F5344CB8AC3E}">
        <p14:creationId xmlns:p14="http://schemas.microsoft.com/office/powerpoint/2010/main" val="1064201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74DAEE-9BD2-4EF1-900D-A43D0C1A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Rule-Based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3521E-B342-479D-B424-B6510A63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Known attack patterns are mapped to severity, evidence, response, and MITRE ATT&amp;CK.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DB4BE-1B87-4F83-9654-34776CC4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4F158-5983-48E2-BD81-8C6CA483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0A4C7-F597-44E7-920A-A2906E5C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Brute force burst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AF8DF-888F-4EF2-BEF6-937FDD8F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T1110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65329-6306-45BC-BFE9-4AFFD900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 + response recommendation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02333-6E52-4E9F-A4AD-36838D7E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B6F28-5970-4FBD-AA08-9671EAFB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SQL injection probe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ED906-A45A-4C74-ACE4-B6ECE84B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48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T1190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1AD8D-5CEC-42C0-99E3-4C51F898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242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 + response recommendation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59C42-6D29-4952-8BE8-F7423677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097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0B387-FCC8-41E9-8FBC-35667B2B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Port scan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01894-86DB-42E8-B4C9-CC24C7CA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48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T1046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84337-8141-4736-B7CA-3FFA12ED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242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 + response 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A788B-83B9-49AB-9FB1-2E29264A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097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F5641-5F40-4B5D-84D0-DB0BFAC8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PowerShell execution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B13D1-DEFF-49A1-A94E-C8BFDE56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48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T1059.001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A3775-9575-463C-9C00-3F8E65D0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242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 + response recommendation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E2D4F-2F44-4BB9-A03D-5B475E02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CE14F5-5EBE-4EBD-B0EA-EB5D29C8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Audit log cleared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36AF4-0284-4C17-B446-3694D846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T1070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4E9BFF-1AAF-43AE-87FB-FA0EC04E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 + response recommendation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9D7F5-E5D6-4419-8BB1-07D56CAC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URL-encoded attack strings are decoded before matching. Repeated scanner user agents are grouped per source window to reduce noisy duplicates.</a:t>
            </a:r>
          </a:p>
        </p:txBody>
      </p:sp>
    </p:spTree>
    <p:extLst>
      <p:ext uri="{BB962C8B-B14F-4D97-AF65-F5344CB8AC3E}">
        <p14:creationId xmlns:p14="http://schemas.microsoft.com/office/powerpoint/2010/main" val="84425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B55BC3-6AC2-45B5-BBCC-904C8C39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ML Anomaly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9B5E0-3BB2-45C9-8B51-68D8CFB5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Isolation Forest flags unusual source-IP behavior without needing a large labeled dataset.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90D7F-54B6-41F4-AD3D-4D17B6AF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6B97B-7E35-4524-BC26-156108D3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762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4FFCF-1189-40D9-935F-4AB0814D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82EA3-86C3-4449-8EB2-6EC1A56B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Feature Window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A1C3E-D31A-4D54-A555-8CD68E78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3053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- 15-minute source-IP grouping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request count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failed login count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HTTP error count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unique path count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scanner UA and firewall block 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8B384-59AF-41BB-A030-8D855678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762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D2B76-18E0-408F-A2BB-32F82972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8EC82-4A42-404C-8FA3-288A6A93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Why Isolation Forest?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C9F24-0942-4ABC-AF7F-C006E8E6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43053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Unsupervised: useful when labels are scarce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Efficient for a lab-scale prototype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Produces anomaly score for analyst triage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Works alongside explainable rules</a:t>
            </a:r>
          </a:p>
        </p:txBody>
      </p:sp>
    </p:spTree>
    <p:extLst>
      <p:ext uri="{BB962C8B-B14F-4D97-AF65-F5344CB8AC3E}">
        <p14:creationId xmlns:p14="http://schemas.microsoft.com/office/powerpoint/2010/main" val="3388293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C7649-60CA-478E-85FC-8DF401EF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Dashboard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064AA-AF91-4CB7-85E3-284BFDC9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Designed as a compact security operations console, not a static demo page.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DDDDA-E431-40B5-B7DC-D2ABE21A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FF8D2-CBA9-4EA7-9A3D-C84B8EE2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584A6-5DA0-4270-9B7F-F4D08493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7BB5F-369A-4D1C-9CF9-FE523723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0BE00-0B50-4C5C-AF80-B87EBA02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26860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Risk posture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severity mix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top sources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timeline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E6EDC-FDC1-4607-BC81-9EB039FF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0020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ECEA4-183F-4A98-A341-9231DC55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002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BE12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BBB57-E579-4C2C-B146-A7F0A6F1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7907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Investigation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5B6F9-4EB4-41B8-A489-9F9E39BD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28850"/>
            <a:ext cx="26860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alert filters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related logs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MITRE mapping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recommendations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34B08-68E2-4192-8B5C-1DC1619E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0020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5942E-D457-4ECD-963E-2C80039A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002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1025C-3353-44BB-A33C-7407D7AD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907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5608F-C41C-4F5F-A57C-BA024165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28850"/>
            <a:ext cx="26860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evaluation metrics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PDF report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SMTP digest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run history</a:t>
            </a:r>
          </a:p>
        </p:txBody>
      </p:sp>
    </p:spTree>
    <p:extLst>
      <p:ext uri="{BB962C8B-B14F-4D97-AF65-F5344CB8AC3E}">
        <p14:creationId xmlns:p14="http://schemas.microsoft.com/office/powerpoint/2010/main" val="1547644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4CDC6A-A3A0-4984-BA75-B9FFF76E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Testing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830FA-1745-4B07-8C73-505281A1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included safe dataset has explicit expected-alert labels.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E80E4-D693-4C36-A0BE-CD75D4CB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557f6b1af4199"/>
          <a:stretch xmlns:a="http://schemas.openxmlformats.org/drawingml/2006/main"/>
        </p:blipFill>
        <p:spPr>
          <a:xfrm xmlns:a="http://schemas.openxmlformats.org/drawingml/2006/main">
            <a:off x="876300" y="1607344"/>
            <a:ext cx="4953000" cy="2786063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5b974412f49a2"/>
          <a:stretch xmlns:a="http://schemas.openxmlformats.org/drawingml/2006/main"/>
        </p:blipFill>
        <p:spPr>
          <a:xfrm xmlns:a="http://schemas.openxmlformats.org/drawingml/2006/main">
            <a:off x="6238875" y="1607344"/>
            <a:ext cx="4953000" cy="27860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6010D-BC37-4B0B-B0EE-ADFB83AD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Smoke test: 49 parsed events, 15 alert groups, 3 anomaly windows. Evaluation: precision 1.00, recall 1.00, F1 1.00 on the labeled sample set.</a:t>
            </a:r>
          </a:p>
        </p:txBody>
      </p:sp>
    </p:spTree>
    <p:extLst>
      <p:ext uri="{BB962C8B-B14F-4D97-AF65-F5344CB8AC3E}">
        <p14:creationId xmlns:p14="http://schemas.microsoft.com/office/powerpoint/2010/main" val="18693627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59F8C1-DCAD-4A31-93BF-0E13EDE2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Live 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A7F4C-7E79-4167-BAEC-59BCC60E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10-minute viva demo can be completed from one dashboard.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F7DFE-D9ED-4956-96EF-F2E917F9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F29A0-1C1C-406C-8F56-1FEBD25F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762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3C571-37B6-43D7-BD75-89228EF4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07793-6D5A-4217-BC22-F7335D55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Demo 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C6C7A-ABC4-4961-BA78-F8E1674C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3053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Run sample logs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Open Alerts and explain evidence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Open Anomalies and explain features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Search raw logs for sqlmap / DPT= / Failed password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Generate report and show email digest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B1BCB-0995-4515-A939-2C1337AE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762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5F284-C755-403F-8D39-081DAF22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37A63-C139-4163-8323-DEE95595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Panel Questions Covered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3184B-BA88-4A69-ACEA-B2FF59BD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43053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Why these rules?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What if ML is wrong?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What are false positives?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What does the system not defend against?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What would be improved next?</a:t>
            </a:r>
          </a:p>
        </p:txBody>
      </p:sp>
    </p:spTree>
    <p:extLst>
      <p:ext uri="{BB962C8B-B14F-4D97-AF65-F5344CB8AC3E}">
        <p14:creationId xmlns:p14="http://schemas.microsoft.com/office/powerpoint/2010/main" val="16908120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58FF23-E3B5-4E26-8364-35F1D94B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Security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46833-4FA6-4BFF-9296-9DB5CBD4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project emphasizes transparent controls and defensible reasoning.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8DE38-11B6-4F58-A259-1CE952A1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8C842-AC65-4824-8642-D8B9ECA8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238500" cy="3619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DC23A-1694-40B4-9B43-7650FDE6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BE12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39382-971E-4A4B-937E-22E29134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5A961-25A6-4C0A-95EF-C38907EE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27813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signature-like rules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time-window aggregation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anomaly scoring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F5891-8277-42F5-A81A-5D746279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3619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68434-ECB8-413C-83E3-B4A2AFFA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3B1AF-0BD2-417D-8360-18CA8E07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097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760D4-6FF3-4DD9-9266-DC65F5FD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47900"/>
            <a:ext cx="27813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raw log preservation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related-log drilldown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PDF 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D6A18-DF29-479C-947B-4F466332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238500" cy="3619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E2BCF-26F5-45F3-864C-998E3C60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E5897-9B8F-4734-A6DC-3AA916F2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Operational Safety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226E6-A707-4B6F-9530-45C30EBA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27813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safe sample logs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no payload execution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email password not stored</a:t>
            </a:r>
          </a:p>
        </p:txBody>
      </p:sp>
    </p:spTree>
    <p:extLst>
      <p:ext uri="{BB962C8B-B14F-4D97-AF65-F5344CB8AC3E}">
        <p14:creationId xmlns:p14="http://schemas.microsoft.com/office/powerpoint/2010/main" val="11624167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2402D2-5315-4415-BC9C-D0DCEC09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Comparison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46EE7-E440-4E77-92FF-A2A3DB9D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SentinelLite is intentionally lightweight and honest about its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F66AA-ECEB-421E-A1AB-7B5B2929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44D19-778A-4A9D-8D5F-6065F17A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762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167AA-C79F-416E-9608-91E7BA58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86B48-1BFA-4CD5-B24F-D55C2F72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Compared With Full SIEM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74F0C-EA29-4EDA-ACCC-B2BB441E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3053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lower setup cost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easy to understand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not built for enterprise scale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no distributed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5E6E1-5CC9-4520-AA3A-7613BA91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762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0432A-E8D7-40C2-A061-27F220E4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BE12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FFC9C-FB8A-4BEA-98A7-39CB59C3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Known Limitations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2DEFF-D829-4618-8E63-9A51FB69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43053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small evaluation dataset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threshold tuning required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cannot detect attacks that leave no logs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future work: scheduled ingestion and larger datasets</a:t>
            </a:r>
          </a:p>
        </p:txBody>
      </p:sp>
    </p:spTree>
    <p:extLst>
      <p:ext uri="{BB962C8B-B14F-4D97-AF65-F5344CB8AC3E}">
        <p14:creationId xmlns:p14="http://schemas.microsoft.com/office/powerpoint/2010/main" val="15202895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B0C113-5011-47E6-8D99-47137BE0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Conclusion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D8640-B45C-4584-A827-508F75EE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SentinelLite fulfills the selected Tier A project requirements.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246CC-23B3-4D6B-B09D-7E8D19AC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CB959-DF7C-4DD4-8942-74432A22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48577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48F49-7195-4F9F-BDCB-87D73800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06182-3D1E-473B-AF6F-331D6217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809750"/>
            <a:ext cx="440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42974-B176-48BF-91CA-8CC53465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47900"/>
            <a:ext cx="44005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multi-source ingestion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rule detections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Isolation Forest anomalies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dashboard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SQLite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PDF report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SMTP email alerts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testing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B4F92-C34E-4146-AE70-A6A75921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48577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1AA7F-C7BB-442E-B971-2B943338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67BBD-1EF5-4133-A61C-3D37A28F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809750"/>
            <a:ext cx="440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E886F-E895-489E-9C6D-435AD0CA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47900"/>
            <a:ext cx="44005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push GitHub repo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record demo video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test larger public datasets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add Telegram and scheduled scans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 extend MITRE reporting</a:t>
            </a:r>
          </a:p>
        </p:txBody>
      </p:sp>
    </p:spTree>
    <p:extLst>
      <p:ext uri="{BB962C8B-B14F-4D97-AF65-F5344CB8AC3E}">
        <p14:creationId xmlns:p14="http://schemas.microsoft.com/office/powerpoint/2010/main" val="2519129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EF9F2F-2892-4B79-89B5-938D4CFD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59ED0-E041-4955-BBC0-53BE1D75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Key sources used in the report and design.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0F4ED-44A6-4591-8945-ADC3FA52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FACE9-8A60-4030-B793-38D2B86A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[1] NIST SP 800-92, Guide to Computer Security Log Management</a:t>
            </a:r>
          </a:p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[2] Liu, Ting, Zhou, Isolation Forest, IEEE ICDM 2008</a:t>
            </a:r>
          </a:p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[3] LogLead, arXiv:2311.11809</a:t>
            </a:r>
          </a:p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[4] MITRE ATT&amp;CK T1110, T1046, T1190, T1059.001, T1070</a:t>
            </a:r>
          </a:p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[5] Web Traffic Anomaly Detection Using Isolation Forest, Information, 2024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523EC-540E-43D3-B78D-AE19361E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Project files include full report, literature review, test plan, demo script, and readiness checklist.</a:t>
            </a:r>
          </a:p>
        </p:txBody>
      </p:sp>
    </p:spTree>
    <p:extLst>
      <p:ext uri="{BB962C8B-B14F-4D97-AF65-F5344CB8AC3E}">
        <p14:creationId xmlns:p14="http://schemas.microsoft.com/office/powerpoint/2010/main" val="1375590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2026-06-16T21:34:49.3960000Z</dcterms:created>
  <dcterms:modified xsi:type="dcterms:W3CDTF">2026-06-16T21:34:49.3960000Z</dcterms:modified>
</coreProperties>
</file>